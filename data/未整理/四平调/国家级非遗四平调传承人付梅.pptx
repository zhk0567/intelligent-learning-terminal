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44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/>
          </p:cNvSpPr>
          <p:nvPr>
            <p:ph type="body" sz="quarter"/>
          </p:nvPr>
        </p:nvSpPr>
        <p:spPr>
          <a:xfrm>
            <a:off x="709613" y="4862513"/>
            <a:ext cx="5680075" cy="46053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92" tIns="45745" rIns="91492" bIns="45745" anchor="t" anchorCtr="0"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0263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pPr fontAlgn="auto"/>
            <a:fld id="{A9A0EA98-5831-4853-B862-C702E6EB345C}" type="slidenum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en-US" strike="noStrike" noProof="1" dirty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en-US" strike="noStrike" noProof="1" dirty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en-US" strike="noStrike" noProof="1" dirty="0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en-US" strike="noStrike" noProof="1" dirty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en-US" strike="noStrike" noProof="1" dirty="0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en-US" strike="noStrike" noProof="1" dirty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en-US" strike="noStrike" noProof="1" dirty="0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60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smtClean="0"/>
              <a:t>单击图标添加图片</a:t>
            </a:r>
            <a:endParaRPr lang="en-US" strike="noStrike" noProof="1" dirty="0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en-US" strike="noStrike" noProof="1" dirty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en-US" strike="noStrike" noProof="1" dirty="0"/>
          </a:p>
        </p:txBody>
      </p:sp>
      <p:sp>
        <p:nvSpPr>
          <p:cNvPr id="1" name="日期占位符 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E335F522-6256-461E-A79F-4037A6D0C8F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1C1A564D-84E6-4D0E-9D2B-1519760DAFC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1"/>
          <p:cNvSpPr>
            <a:spLocks noGrp="1"/>
          </p:cNvSpPr>
          <p:nvPr>
            <p:ph type="ctrTitle"/>
          </p:nvPr>
        </p:nvSpPr>
        <p:spPr>
          <a:xfrm>
            <a:off x="3516313" y="-57150"/>
            <a:ext cx="5916612" cy="1012825"/>
          </a:xfrm>
          <a:ln/>
        </p:spPr>
        <p:txBody>
          <a:bodyPr vert="horz" lIns="91440" tIns="45720" rIns="91440" bIns="45720" anchor="b" anchorCtr="0"/>
          <a:p>
            <a:pPr defTabSz="914400">
              <a:buClrTx/>
              <a:buSzTx/>
              <a:buFontTx/>
              <a:buNone/>
            </a:pPr>
            <a:r>
              <a:rPr lang="en-US" altLang="en-US" sz="5400" kern="1200">
                <a:latin typeface="汉仪书宋二简"/>
                <a:ea typeface="汉仪书宋二简"/>
                <a:cs typeface="+mj-cs"/>
              </a:rPr>
              <a:t>付梅/</a:t>
            </a:r>
            <a:r>
              <a:rPr lang="zh-CN" altLang="en-US" sz="4000" kern="1200">
                <a:latin typeface="汉仪书宋二简"/>
                <a:ea typeface="汉仪书宋二简"/>
                <a:cs typeface="+mj-cs"/>
              </a:rPr>
              <a:t>四平调</a:t>
            </a:r>
            <a:endParaRPr lang="zh-CN" altLang="en-US" sz="4000" kern="1200">
              <a:latin typeface="汉仪书宋二简"/>
              <a:ea typeface="汉仪书宋二简"/>
              <a:cs typeface="+mj-cs"/>
            </a:endParaRPr>
          </a:p>
        </p:txBody>
      </p:sp>
      <p:sp>
        <p:nvSpPr>
          <p:cNvPr id="3074" name="文本框 3"/>
          <p:cNvSpPr txBox="1"/>
          <p:nvPr/>
        </p:nvSpPr>
        <p:spPr>
          <a:xfrm>
            <a:off x="4803775" y="1001713"/>
            <a:ext cx="6070600" cy="4994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</a:rPr>
              <a:t>国家级非遗四平调传承人</a:t>
            </a:r>
            <a:endParaRPr lang="zh-CN" altLang="en-US" sz="3600">
              <a:latin typeface="Calibri" panose="020F0502020204030204" charset="0"/>
              <a:ea typeface="宋体" panose="02010600030101010101" pitchFamily="2" charset="-122"/>
            </a:endParaRPr>
          </a:p>
          <a:p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</a:rPr>
              <a:t>中国戏剧家协会会员</a:t>
            </a:r>
            <a:endParaRPr lang="zh-CN" altLang="en-US" sz="3600">
              <a:latin typeface="Calibri" panose="020F0502020204030204" charset="0"/>
              <a:ea typeface="宋体" panose="02010600030101010101" pitchFamily="2" charset="-122"/>
            </a:endParaRPr>
          </a:p>
          <a:p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</a:rPr>
              <a:t>河南省戏剧家协会理事</a:t>
            </a:r>
            <a:endParaRPr lang="zh-CN" altLang="en-US" sz="3600">
              <a:latin typeface="Calibri" panose="020F0502020204030204" charset="0"/>
              <a:ea typeface="宋体" panose="02010600030101010101" pitchFamily="2" charset="-122"/>
            </a:endParaRPr>
          </a:p>
          <a:p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</a:rPr>
              <a:t>商丘戏曲传承保护中心主任</a:t>
            </a:r>
            <a:endParaRPr lang="zh-CN" altLang="en-US" sz="3600">
              <a:latin typeface="Calibri" panose="020F0502020204030204" charset="0"/>
              <a:ea typeface="宋体" panose="02010600030101010101" pitchFamily="2" charset="-122"/>
            </a:endParaRPr>
          </a:p>
          <a:p>
            <a:endParaRPr lang="zh-CN" altLang="en-US" sz="3600">
              <a:latin typeface="Calibri" panose="020F0502020204030204" charset="0"/>
              <a:ea typeface="宋体" panose="02010600030101010101" pitchFamily="2" charset="-122"/>
            </a:endParaRPr>
          </a:p>
          <a:p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</a:rPr>
              <a:t>代表作品</a:t>
            </a:r>
            <a:r>
              <a:rPr lang="en-US" altLang="zh-CN" sz="360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</a:rPr>
              <a:t>《陈三两爬堂》《哑女告状</a:t>
            </a:r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》</a:t>
            </a:r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</a:rPr>
              <a:t>《小包公</a:t>
            </a:r>
            <a:r>
              <a:rPr lang="zh-CN" altLang="en-US" sz="360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》等</a:t>
            </a:r>
            <a:endParaRPr lang="zh-CN" altLang="en-US" sz="360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92040" cy="6857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WPS 演示</Application>
  <PresentationFormat/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汉仪书宋二简</vt:lpstr>
      <vt:lpstr>Calibri</vt:lpstr>
      <vt:lpstr>微软雅黑</vt:lpstr>
      <vt:lpstr>Arial Unicode MS</vt:lpstr>
      <vt:lpstr>Calibri Light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付梅/四平调</dc:title>
  <dc:creator>V2405A</dc:creator>
  <cp:lastModifiedBy>神隐ꦿ</cp:lastModifiedBy>
  <cp:revision>3</cp:revision>
  <dcterms:created xsi:type="dcterms:W3CDTF">2026-04-29T03:43:00Z</dcterms:created>
  <dcterms:modified xsi:type="dcterms:W3CDTF">2026-04-29T04:01:05Z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990DD620BB0B42449E74B7D3B767E3F6_11</vt:lpwstr>
  </property>
</Properties>
</file>